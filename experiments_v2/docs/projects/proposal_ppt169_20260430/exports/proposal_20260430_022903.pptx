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891246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Long-context RAG serving has a recovery problem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1D5D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50545" y="1298258"/>
            <a:ext cx="14968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The problem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54355" y="1711642"/>
            <a:ext cx="8887111" cy="2674620"/>
            <a:chOff x="554355" y="1711642"/>
            <a:chExt cx="8887111" cy="2674620"/>
          </a:xfrm>
        </p:grpSpPr>
        <p:sp>
          <p:nvSpPr>
            <p:cNvPr id="6" name="TextBox 6"/>
            <p:cNvSpPr txBox="1"/>
            <p:nvPr/>
          </p:nvSpPr>
          <p:spPr>
            <a:xfrm>
              <a:off x="554355" y="1711642"/>
              <a:ext cx="77533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Production LLM serving now sees 32K–128K-token prompts (long-context RAG).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4355" y="1997392"/>
              <a:ext cx="74773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When an engine dies mid-run, you lose 20–90 seconds of prefill per request.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4355" y="2283142"/>
              <a:ext cx="753651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Re-running prefill on a surviving engine blows past any reasonable TTFT SLO.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4355" y="2568892"/>
              <a:ext cx="88871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FT systems (Mooncake) and SLO-aware schedulers (QLM, Scorpio, JITServe, SLOs-Serve)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5805" y="2816542"/>
              <a:ext cx="24988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don't talk to each other.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4355" y="3330892"/>
              <a:ext cx="24047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• But here is the thing.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5805" y="3616642"/>
              <a:ext cx="78322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FT keeps a copy of every request's KV state in host memory for crash recovery.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5805" y="3864292"/>
              <a:ext cx="80984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That copy is exactly what an SLO scheduler needs to preempt long-context cheaply.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5805" y="4111942"/>
              <a:ext cx="30213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Nobody has connected the two.</a:t>
              </a:r>
            </a:p>
          </p:txBody>
        </p:sp>
      </p:grpSp>
      <p:sp>
        <p:nvSpPr>
          <p:cNvPr id="16" name="Rectangle 16"/>
          <p:cNvSpPr/>
          <p:nvPr/>
        </p:nvSpPr>
        <p:spPr>
          <a:xfrm>
            <a:off x="571500" y="4667250"/>
            <a:ext cx="11049000" cy="15240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571500" y="4667250"/>
            <a:ext cx="57150" cy="15240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36295" y="4851082"/>
            <a:ext cx="233184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Research Question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0105" y="5264468"/>
            <a:ext cx="42931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Can the same KV-state copy do double duty 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0105" y="5550218"/>
            <a:ext cx="71224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fast restore after a crash, AND cheap preemption during normal serving?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0105" y="5835968"/>
            <a:ext cx="90251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Especially when the post-fault path is busy and a fast restore alone can't hide the queueing.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131772" y="6554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p.1 / 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1003500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System Design: KV checkpoint as dual-purpose primitive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1D5D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54355" y="1073468"/>
            <a:ext cx="38396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Built on vLLM v0.16. Three components.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476375"/>
            <a:ext cx="3429000" cy="319087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731520" y="1598295"/>
            <a:ext cx="37379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1.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6325" y="1695450"/>
            <a:ext cx="25914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KV cache checkpointing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44855" y="2140268"/>
            <a:ext cx="3583305" cy="2084070"/>
            <a:chOff x="744855" y="2140268"/>
            <a:chExt cx="3583305" cy="2084070"/>
          </a:xfrm>
        </p:grpSpPr>
        <p:sp>
          <p:nvSpPr>
            <p:cNvPr id="9" name="TextBox 9"/>
            <p:cNvSpPr txBox="1"/>
            <p:nvPr/>
          </p:nvSpPr>
          <p:spPr>
            <a:xfrm>
              <a:off x="744855" y="2140268"/>
              <a:ext cx="35833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Async-copy each request's KV blocks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4855" y="2387918"/>
              <a:ext cx="32185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from GPU to host pinned memory,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4855" y="2635568"/>
              <a:ext cx="21144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on a regular cadence.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4855" y="3045142"/>
              <a:ext cx="34452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Publish to</a:t>
              </a:r>
              <a:r>
                <a:rPr lang="zh-CN" sz="120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/dev/shm</a:t>
              </a:r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via atomic write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4855" y="3292792"/>
              <a:ext cx="28340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so other engines can read it.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4855" y="3702368"/>
              <a:ext cx="27157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An online cost model decides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4855" y="3950018"/>
              <a:ext cx="24791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how often to checkpoint.</a:t>
              </a:r>
            </a:p>
          </p:txBody>
        </p:sp>
      </p:grpSp>
      <p:sp>
        <p:nvSpPr>
          <p:cNvPr id="17" name="Rectangle 17"/>
          <p:cNvSpPr/>
          <p:nvPr/>
        </p:nvSpPr>
        <p:spPr>
          <a:xfrm>
            <a:off x="4286250" y="1476375"/>
            <a:ext cx="3429000" cy="319087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446270" y="1598295"/>
            <a:ext cx="46581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2.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91075" y="1695450"/>
            <a:ext cx="245340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Cross-engine restore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4459605" y="2140268"/>
            <a:ext cx="3504438" cy="2084070"/>
            <a:chOff x="4459605" y="2140268"/>
            <a:chExt cx="3504438" cy="2084070"/>
          </a:xfrm>
        </p:grpSpPr>
        <p:sp>
          <p:nvSpPr>
            <p:cNvPr id="20" name="TextBox 20"/>
            <p:cNvSpPr txBox="1"/>
            <p:nvPr/>
          </p:nvSpPr>
          <p:spPr>
            <a:xfrm>
              <a:off x="4459605" y="2140268"/>
              <a:ext cx="31101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Engine dies → displaced requests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59605" y="2387918"/>
              <a:ext cx="28932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get rerouted to a live engine.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59605" y="2797492"/>
              <a:ext cx="2853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The live engine pulls KV blocks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59605" y="3045142"/>
              <a:ext cx="35044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from</a:t>
              </a:r>
              <a:r>
                <a:rPr lang="zh-CN" sz="1200" dirty="0">
                  <a:solidFill>
                    <a:srgbClr val="000000"/>
                  </a:solidFill>
                  <a:latin typeface="Consolas"/>
                  <a:ea typeface="Microsoft YaHei"/>
                  <a:cs typeface="Consolas"/>
                </a:rPr>
                <a:t>/dev/shm</a:t>
              </a:r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into freshly allocated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59605" y="3292792"/>
              <a:ext cx="11285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GPU blocks.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59605" y="3702368"/>
              <a:ext cx="20848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Resume decoding with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59605" y="3950018"/>
              <a:ext cx="13553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no re-prefill.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8001000" y="1476375"/>
            <a:ext cx="3429000" cy="319087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161020" y="1598295"/>
            <a:ext cx="46581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3.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05825" y="1695450"/>
            <a:ext cx="32470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Preemption-aware scheduler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8174355" y="2140268"/>
            <a:ext cx="3563588" cy="2084070"/>
            <a:chOff x="8174355" y="2140268"/>
            <a:chExt cx="3563588" cy="2084070"/>
          </a:xfrm>
        </p:grpSpPr>
        <p:sp>
          <p:nvSpPr>
            <p:cNvPr id="31" name="TextBox 31"/>
            <p:cNvSpPr txBox="1"/>
            <p:nvPr/>
          </p:nvSpPr>
          <p:spPr>
            <a:xfrm>
              <a:off x="8174355" y="2140268"/>
              <a:ext cx="35635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Each step: compute every request's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74355" y="2387918"/>
              <a:ext cx="309038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SLO slack, sort tightest first.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74355" y="2797492"/>
              <a:ext cx="31199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Preempt a running request when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74355" y="3045142"/>
              <a:ext cx="29918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its slack is comfortably bigger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74355" y="3292792"/>
              <a:ext cx="24988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than the top pending one.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74355" y="3702368"/>
              <a:ext cx="24988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After a fault, reschedule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74355" y="3950018"/>
              <a:ext cx="21932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everyone immediately.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571500" y="4953000"/>
            <a:ext cx="11049000" cy="13335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571500" y="4953000"/>
            <a:ext cx="57150" cy="13335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36295" y="5136832"/>
            <a:ext cx="138297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Key insight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40105" y="5521642"/>
            <a:ext cx="10050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SLO schedulers can't preempt long-context cheaply — mid-prefill state is too expensive to throw away.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0105" y="5788342"/>
            <a:ext cx="61957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FT systems already keep that state around for crash recovery.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40105" y="6055042"/>
            <a:ext cx="53962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Share the checkpoint, and preemption becomes free.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0934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p.2 / 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950134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Evaluation: isolating FT vs. scheduling contributions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1D5DB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71500" y="1143000"/>
            <a:ext cx="5381625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741045" y="1279208"/>
            <a:ext cx="116790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Baselines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8665" y="1582102"/>
            <a:ext cx="37454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Four configurations on the same vLLM substrate.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44855" y="1883092"/>
            <a:ext cx="5821156" cy="1150620"/>
            <a:chOff x="744855" y="1883092"/>
            <a:chExt cx="5821156" cy="1150620"/>
          </a:xfrm>
        </p:grpSpPr>
        <p:sp>
          <p:nvSpPr>
            <p:cNvPr id="8" name="TextBox 8"/>
            <p:cNvSpPr txBox="1"/>
            <p:nvPr/>
          </p:nvSpPr>
          <p:spPr>
            <a:xfrm>
              <a:off x="744855" y="1883092"/>
              <a:ext cx="58211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A. No-FT + FCFS — vanilla. In-flight requests lost on failure.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4855" y="2149792"/>
              <a:ext cx="46578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B. Reprefill + FCFS — reroute and re-run prefill.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4855" y="2416492"/>
              <a:ext cx="52000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C. Checkpoint + FCFS — KV restore, vanilla scheduling.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4855" y="2759392"/>
              <a:ext cx="35640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D. Checkpoint + SLO-aware — ours.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48665" y="3106102"/>
            <a:ext cx="46502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C vs D isolates the scheduler. D vs B isolates fault tolerance.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238875" y="1143000"/>
            <a:ext cx="5381625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408420" y="1279208"/>
            <a:ext cx="234449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Workloads &amp; faults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412230" y="1664018"/>
            <a:ext cx="4884610" cy="1588770"/>
            <a:chOff x="6412230" y="1664018"/>
            <a:chExt cx="4884610" cy="1588770"/>
          </a:xfrm>
        </p:grpSpPr>
        <p:sp>
          <p:nvSpPr>
            <p:cNvPr id="16" name="TextBox 16"/>
            <p:cNvSpPr txBox="1"/>
            <p:nvPr/>
          </p:nvSpPr>
          <p:spPr>
            <a:xfrm>
              <a:off x="6412230" y="1664018"/>
              <a:ext cx="33072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ShareGPT — short-context chat.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12230" y="1930718"/>
              <a:ext cx="448041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LongBench — NarrativeQA, QMSum, MuSiQue.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12230" y="2197418"/>
              <a:ext cx="39677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Azure LLM trace — production arrivals.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12230" y="2464118"/>
              <a:ext cx="39086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Poisson arrivals, three random seeds.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12230" y="2978468"/>
              <a:ext cx="48846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Inject one engine failure at</a:t>
              </a:r>
              <a:r>
                <a:rPr lang="zh-CN" sz="1350" b="1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350 s</a:t>
              </a:r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into a 700 s run.</a:t>
              </a:r>
            </a:p>
          </p:txBody>
        </p:sp>
      </p:grpSp>
      <p:sp>
        <p:nvSpPr>
          <p:cNvPr id="22" name="Rectangle 22"/>
          <p:cNvSpPr/>
          <p:nvPr/>
        </p:nvSpPr>
        <p:spPr>
          <a:xfrm>
            <a:off x="571500" y="3619500"/>
            <a:ext cx="5381625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41045" y="3755708"/>
            <a:ext cx="10034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Metrics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4855" y="4169092"/>
            <a:ext cx="52789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Primary:</a:t>
            </a:r>
            <a:r>
              <a:rPr lang="zh-CN" sz="135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goodput</a:t>
            </a:r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— SLO-met output tokens per second.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44855" y="4588192"/>
            <a:ext cx="2981944" cy="1074420"/>
            <a:chOff x="744855" y="4588192"/>
            <a:chExt cx="2981944" cy="1074420"/>
          </a:xfrm>
        </p:grpSpPr>
        <p:sp>
          <p:nvSpPr>
            <p:cNvPr id="25" name="TextBox 25"/>
            <p:cNvSpPr txBox="1"/>
            <p:nvPr/>
          </p:nvSpPr>
          <p:spPr>
            <a:xfrm>
              <a:off x="744855" y="4588192"/>
              <a:ext cx="11187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Secondary: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4855" y="4854892"/>
              <a:ext cx="24890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Recovery success rate.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4855" y="5121592"/>
              <a:ext cx="29819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TTFT and TPOT distributions.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4855" y="5388292"/>
              <a:ext cx="297208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System-wide GPU utilization.</a:t>
              </a:r>
            </a:p>
          </p:txBody>
        </p:sp>
      </p:grpSp>
      <p:sp>
        <p:nvSpPr>
          <p:cNvPr id="30" name="Rectangle 30"/>
          <p:cNvSpPr/>
          <p:nvPr/>
        </p:nvSpPr>
        <p:spPr>
          <a:xfrm>
            <a:off x="6238875" y="3619500"/>
            <a:ext cx="5381625" cy="22860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6238875" y="3619500"/>
            <a:ext cx="57150" cy="22860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503670" y="3755708"/>
            <a:ext cx="13703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Hypothesis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6507480" y="4140518"/>
            <a:ext cx="4733777" cy="1722120"/>
            <a:chOff x="6507480" y="4140518"/>
            <a:chExt cx="4733777" cy="1722120"/>
          </a:xfrm>
        </p:grpSpPr>
        <p:sp>
          <p:nvSpPr>
            <p:cNvPr id="33" name="TextBox 33"/>
            <p:cNvSpPr txBox="1"/>
            <p:nvPr/>
          </p:nvSpPr>
          <p:spPr>
            <a:xfrm>
              <a:off x="6507480" y="4140518"/>
              <a:ext cx="47337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Tight TTFT (under 2 s for 15K-token prompts):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07480" y="4407218"/>
              <a:ext cx="457900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C beats B mechanically, but the win is hidden by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07480" y="4654868"/>
              <a:ext cx="32185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queueing on the surviving engine.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07480" y="4997768"/>
              <a:ext cx="4460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D keeps the win, by letting recovery requests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07480" y="5245418"/>
              <a:ext cx="26171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preempt non-urgent work.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07480" y="5588318"/>
              <a:ext cx="43921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Loose SLO: all FT configurations converge.</a:t>
              </a:r>
            </a:p>
          </p:txBody>
        </p:sp>
      </p:grpSp>
      <p:sp>
        <p:nvSpPr>
          <p:cNvPr id="40" name="Line 40"/>
          <p:cNvSpPr/>
          <p:nvPr/>
        </p:nvSpPr>
        <p:spPr>
          <a:xfrm>
            <a:off x="571500" y="6191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1D5DB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558165" y="6344602"/>
            <a:ext cx="87294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Resources: 2+ GPUs (data-parallel) · Llama-3.1-8B-Instruct · ~50 GPU-hours main sweep + 20 GPU-hours sensitivity.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0934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p.3 / 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