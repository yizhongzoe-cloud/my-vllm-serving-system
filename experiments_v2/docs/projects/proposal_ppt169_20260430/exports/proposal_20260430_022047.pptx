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8912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Long-context RAG serving has a recovery problem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0545" y="1298258"/>
            <a:ext cx="13576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Motivation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54355" y="1711642"/>
            <a:ext cx="8423767" cy="2141220"/>
            <a:chOff x="554355" y="1711642"/>
            <a:chExt cx="8423767" cy="2141220"/>
          </a:xfrm>
        </p:grpSpPr>
        <p:sp>
          <p:nvSpPr>
            <p:cNvPr id="6" name="TextBox 6"/>
            <p:cNvSpPr txBox="1"/>
            <p:nvPr/>
          </p:nvSpPr>
          <p:spPr>
            <a:xfrm>
              <a:off x="554355" y="1711642"/>
              <a:ext cx="76942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Long-context RAG (32K–128K tokens) is now production-common in LLM serving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4355" y="1997392"/>
              <a:ext cx="76843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A mid-run engine failure forfeits</a:t>
              </a:r>
              <a:r>
                <a:rPr lang="zh-CN" sz="1350" b="1" dirty="0">
                  <a:solidFill>
                    <a:srgbClr val="DC2626"/>
                  </a:solidFill>
                  <a:latin typeface="Arial"/>
                  <a:ea typeface="Microsoft YaHei"/>
                  <a:cs typeface="Arial"/>
                </a:rPr>
                <a:t>20–90 seconds</a:t>
              </a:r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of prefill compute per request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55" y="2283142"/>
              <a:ext cx="71520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Naive re-prefill on a surviving replica cannot meet reasonable TTFT SLOs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4355" y="2568892"/>
              <a:ext cx="84237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 Existing FT systems (Mooncake) and SLO-aware schedulers (QLM, Scorpio, JITServe,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4355" y="2816542"/>
              <a:ext cx="66295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SLOs-Serve) work in isolation — neither shares state with the other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4355" y="3330892"/>
              <a:ext cx="74872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•</a:t>
              </a:r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Hidden opportunity:</a:t>
              </a:r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the host-memory KV state maintained for FT recovery is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4355" y="3578542"/>
              <a:ext cx="83941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74151"/>
                  </a:solidFill>
                  <a:latin typeface="Arial"/>
                  <a:ea typeface="Microsoft YaHei"/>
                  <a:cs typeface="Arial"/>
                </a:rPr>
                <a:t>exactly what an SLO-aware scheduler needs to preempt long-context requests cheaply</a:t>
              </a:r>
            </a:p>
          </p:txBody>
        </p:sp>
      </p:grpSp>
      <p:sp>
        <p:nvSpPr>
          <p:cNvPr id="14" name="Rectangle 14"/>
          <p:cNvSpPr/>
          <p:nvPr/>
        </p:nvSpPr>
        <p:spPr>
          <a:xfrm>
            <a:off x="571500" y="4476750"/>
            <a:ext cx="11049000" cy="1714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4476750"/>
            <a:ext cx="57150" cy="17145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36295" y="4679632"/>
            <a:ext cx="23318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Research Question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0105" y="5073968"/>
            <a:ext cx="92321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Can the host-memory KV state maintained for fault recovery serve as a</a:t>
            </a:r>
            <a:r>
              <a:rPr lang="zh-CN" sz="1350" b="1" i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dual-purpose primitive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0105" y="5340668"/>
            <a:ext cx="84040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enabling both fast restore after failure</a:t>
            </a:r>
            <a:r>
              <a:rPr lang="zh-CN" sz="13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and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cheap preemption of in-flight long-context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0105" y="5607368"/>
            <a:ext cx="3356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requests during normal operation?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317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p.1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1003500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System Design: KV checkpoint as dual-purpose primitive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54355" y="1073468"/>
            <a:ext cx="3790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Built on vLLM v0.16 — three components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31520" y="1598295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1575" y="1695450"/>
            <a:ext cx="25914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KV Cache Checkpointing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2140268"/>
            <a:ext cx="31002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Periodic asynchronous copy of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2387918"/>
            <a:ext cx="30805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per-request KV blocks from GPU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4855" y="2635568"/>
            <a:ext cx="21932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to host pinned memory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855" y="3092768"/>
            <a:ext cx="29129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Publish to shared memory FS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3340418"/>
            <a:ext cx="27847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(</a:t>
            </a:r>
            <a:r>
              <a:rPr lang="zh-CN" sz="1200" dirty="0">
                <a:solidFill>
                  <a:srgbClr val="000000"/>
                </a:solidFill>
                <a:latin typeface="Consolas"/>
                <a:ea typeface="Microsoft YaHei"/>
                <a:cs typeface="Consolas"/>
              </a:rPr>
              <a:t>/dev/shm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) via atomic write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385476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Frequency governed by 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4855" y="4102418"/>
            <a:ext cx="16707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online cost model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28625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446270" y="1598295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②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6325" y="1695450"/>
            <a:ext cx="24534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Cross-engine Restore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59605" y="2140268"/>
            <a:ext cx="28833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On engine failure, displaced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59605" y="2387918"/>
            <a:ext cx="22721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requests rerouted to 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59605" y="2635568"/>
            <a:ext cx="15721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surviving engine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59605" y="3092768"/>
            <a:ext cx="31396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Restore KV blocks from shared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59605" y="3340418"/>
            <a:ext cx="24003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FS into freshly allocated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59605" y="3588068"/>
            <a:ext cx="10201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GPU blocks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59605" y="4045268"/>
            <a:ext cx="251860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Resume decoding</a:t>
            </a:r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without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59605" y="4292918"/>
            <a:ext cx="2380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re-prefilling the prompt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1476375"/>
            <a:ext cx="3429000" cy="3190875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161020" y="1598295"/>
            <a:ext cx="26338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01075" y="1695450"/>
            <a:ext cx="32470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Preemption-aware Scheduler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74355" y="2140268"/>
            <a:ext cx="29622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Per step: compute remaining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74355" y="2387918"/>
            <a:ext cx="25678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SLO budget (TTFT, TPOT);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74355" y="2635568"/>
            <a:ext cx="19468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sort tightest-first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4355" y="3092768"/>
            <a:ext cx="31199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Preempt running request when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4355" y="3340418"/>
            <a:ext cx="29918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its budget exceeds top pending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4355" y="3588068"/>
            <a:ext cx="204539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by hysteresis margin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4355" y="4045268"/>
            <a:ext cx="25284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Post-fault: immediately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74355" y="4292918"/>
            <a:ext cx="24101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reschedule all in-flight +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74355" y="4540568"/>
            <a:ext cx="1936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recovered requests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4953000"/>
            <a:ext cx="11049000" cy="13335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71500" y="4953000"/>
            <a:ext cx="57150" cy="133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36295" y="5136832"/>
            <a:ext cx="13829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Key insight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40105" y="5521642"/>
            <a:ext cx="10957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Vanilla SLO schedulers</a:t>
            </a:r>
            <a:r>
              <a:rPr lang="zh-CN" sz="13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cannot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preempt long-context requests cheaply — mid-prefill state is too costly to abandon.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0105" y="5788342"/>
            <a:ext cx="107306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Vanilla FT systems</a:t>
            </a:r>
            <a:r>
              <a:rPr lang="zh-CN" sz="13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already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maintain that state. Sharing the checkpoint between subsystems makes preemption 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0105" y="6055042"/>
            <a:ext cx="3691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side-effect of work already paid for.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p.2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41020" y="502920"/>
            <a:ext cx="95013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Evaluation: isolating FT vs. scheduling contributions</a:t>
            </a:r>
          </a:p>
        </p:txBody>
      </p:sp>
      <p:sp>
        <p:nvSpPr>
          <p:cNvPr id="4" name="Line 4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1045" y="1279208"/>
            <a:ext cx="11679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Baselines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8665" y="1601152"/>
            <a:ext cx="34080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 configurations on the same vLLM substrate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855" y="1902142"/>
            <a:ext cx="46775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① No-FT + FCFS — vanilla; in-flight lost on failure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2168842"/>
            <a:ext cx="40565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② Reprefill + FCFS — reroute and re-prefill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2435542"/>
            <a:ext cx="49831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③ Checkpoint + FCFS — KV restore, vanilla scheduling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4855" y="2759392"/>
            <a:ext cx="33881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④ Checkpoint + SLO-aware (ours)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665" y="3125152"/>
            <a:ext cx="43128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③ vs ④ isolates scheduling; ④ vs ② isolates fault tolerance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38875" y="11430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08420" y="1279208"/>
            <a:ext cx="23444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Workloads &amp; Faults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2230" y="1664018"/>
            <a:ext cx="39677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ShareGPT — short-context chat traffic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2230" y="1930718"/>
            <a:ext cx="43719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LongBench — NarrativeQA, QMSum, MuSiQue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12230" y="2197418"/>
            <a:ext cx="38593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Azure LLM trace — production arrivals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12230" y="2464118"/>
            <a:ext cx="33664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Poisson arrivals, 3 random seeds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12230" y="2978468"/>
            <a:ext cx="48944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Fault: single engine failure at</a:t>
            </a:r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350 s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into 700 s cell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619500"/>
            <a:ext cx="5381625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41045" y="3755708"/>
            <a:ext cx="10034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Metrics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4855" y="4140518"/>
            <a:ext cx="45099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Primary:</a:t>
            </a:r>
            <a:r>
              <a:rPr lang="zh-CN" sz="13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Goodput</a:t>
            </a:r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— SLO-met output tokens/sec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4855" y="4521518"/>
            <a:ext cx="11187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Secondary: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4855" y="4788218"/>
            <a:ext cx="2380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Recovery success rate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4855" y="505491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TTFT &amp; TPOT distributions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4855" y="5321618"/>
            <a:ext cx="28636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• System-wide GPU utilization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238875" y="3619500"/>
            <a:ext cx="5381625" cy="22860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238875" y="3619500"/>
            <a:ext cx="5715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03670" y="3755708"/>
            <a:ext cx="13703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Hypothesis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07480" y="4140518"/>
            <a:ext cx="40170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Tight TTFT (&lt;2 s for 15K-token prompts):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07480" y="4388168"/>
            <a:ext cx="39184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③ beats ② mechanically, but advantage is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07480" y="4635818"/>
            <a:ext cx="35438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hidden by surviving-engine queueing.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07480" y="4883468"/>
            <a:ext cx="42536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④ preserves it by letting recovery requests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07480" y="5131118"/>
            <a:ext cx="2617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preempt non-urgent work.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07480" y="5378768"/>
            <a:ext cx="41846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Loose SLO: all FT configurations converge.</a:t>
            </a:r>
          </a:p>
        </p:txBody>
      </p:sp>
      <p:sp>
        <p:nvSpPr>
          <p:cNvPr id="36" name="Line 36"/>
          <p:cNvSpPr/>
          <p:nvPr/>
        </p:nvSpPr>
        <p:spPr>
          <a:xfrm>
            <a:off x="571500" y="6191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1D5D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8165" y="6344602"/>
            <a:ext cx="86450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Resources: 2+ GPUs (data-parallel) · Llama-3.1-8B-Instruct · ~50 GPU-hours main sweep + 20 GPU-hours sensitivity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093434" y="6554152"/>
            <a:ext cx="5404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p.3 / 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