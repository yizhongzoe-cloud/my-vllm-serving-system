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913329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Long-context RAG serving has a disruption problem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50545" y="1298258"/>
            <a:ext cx="14968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The problem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54355" y="1711642"/>
            <a:ext cx="9557480" cy="2960370"/>
            <a:chOff x="554355" y="1711642"/>
            <a:chExt cx="9557480" cy="2960370"/>
          </a:xfrm>
        </p:grpSpPr>
        <p:sp>
          <p:nvSpPr>
            <p:cNvPr id="6" name="TextBox 6"/>
            <p:cNvSpPr txBox="1"/>
            <p:nvPr/>
          </p:nvSpPr>
          <p:spPr>
            <a:xfrm>
              <a:off x="554355" y="1711642"/>
              <a:ext cx="88575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Production LLM serving now sees very long prompts (32K–128K tokens, long-context RAG).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4355" y="1997392"/>
              <a:ext cx="7723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Lots of things can break serving: engines crash, load spikes, queues build up.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55" y="2283142"/>
              <a:ext cx="9330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When that happens, recovery is expensive — a single request can lose tens of seconds of work.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4355" y="2568892"/>
              <a:ext cx="72506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Re-running prefill on another engine blows past any reasonable TTFT SLO.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4355" y="2854642"/>
              <a:ext cx="95574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Today, recovery systems (Mooncake) and SLO schedulers (QLM, Scorpio, JITServe, SLOs-Serve)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5805" y="3102292"/>
              <a:ext cx="2498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don't talk to each other.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4355" y="3616642"/>
              <a:ext cx="24047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• But here is the thing.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5805" y="3902392"/>
              <a:ext cx="73393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Recovery already keeps a copy of every request's KV state in host memory.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5805" y="4150042"/>
              <a:ext cx="8098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That copy is exactly what an SLO scheduler needs to preempt long-context cheaply.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5805" y="4397692"/>
              <a:ext cx="30213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Nobody has connected the two.</a:t>
              </a:r>
            </a:p>
          </p:txBody>
        </p:sp>
      </p:grpSp>
      <p:sp>
        <p:nvSpPr>
          <p:cNvPr id="17" name="Rectangle 17"/>
          <p:cNvSpPr/>
          <p:nvPr/>
        </p:nvSpPr>
        <p:spPr>
          <a:xfrm>
            <a:off x="571500" y="4857750"/>
            <a:ext cx="11049000" cy="14287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1500" y="4857750"/>
            <a:ext cx="57150" cy="14287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36295" y="5041582"/>
            <a:ext cx="233184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Research Question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0105" y="5454968"/>
            <a:ext cx="42931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Can the same KV-state copy do double duty 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0105" y="5721668"/>
            <a:ext cx="75660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fast restore after a disruption, AND cheap preemption during normal serving?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0105" y="5988368"/>
            <a:ext cx="88673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Especially when the surviving engine is busy and fast restore alone can't hide the queueing.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317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p.1 / 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1003500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System Design: KV checkpoint as dual-purpose primitive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54355" y="1073468"/>
            <a:ext cx="38396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Built on vLLM v0.16. Three components.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476375"/>
            <a:ext cx="3429000" cy="3190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31520" y="1598295"/>
            <a:ext cx="37379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6325" y="1695450"/>
            <a:ext cx="25914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KV cache checkpointing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44855" y="2140268"/>
            <a:ext cx="3563588" cy="2084070"/>
            <a:chOff x="744855" y="2140268"/>
            <a:chExt cx="3563588" cy="2084070"/>
          </a:xfrm>
        </p:grpSpPr>
        <p:sp>
          <p:nvSpPr>
            <p:cNvPr id="9" name="TextBox 9"/>
            <p:cNvSpPr txBox="1"/>
            <p:nvPr/>
          </p:nvSpPr>
          <p:spPr>
            <a:xfrm>
              <a:off x="744855" y="2140268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Copy each request's KV blocks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2387918"/>
              <a:ext cx="32185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from GPU to host pinned memory,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2635568"/>
              <a:ext cx="32086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in the background, on a cadence.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3045142"/>
              <a:ext cx="35635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Publish to /dev/shm via atomic write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3292792"/>
              <a:ext cx="28340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so other engines can read it.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855" y="3702368"/>
              <a:ext cx="27157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An online cost model decides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4855" y="3950018"/>
              <a:ext cx="24791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how often to checkpoint.</a:t>
              </a:r>
            </a:p>
          </p:txBody>
        </p:sp>
      </p:grpSp>
      <p:sp>
        <p:nvSpPr>
          <p:cNvPr id="17" name="Rectangle 17"/>
          <p:cNvSpPr/>
          <p:nvPr/>
        </p:nvSpPr>
        <p:spPr>
          <a:xfrm>
            <a:off x="4286250" y="1476375"/>
            <a:ext cx="3429000" cy="3190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446270" y="1598295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2.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91075" y="1695450"/>
            <a:ext cx="24534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Cross-engine restore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459605" y="2140268"/>
            <a:ext cx="3622738" cy="2084070"/>
            <a:chOff x="4459605" y="2140268"/>
            <a:chExt cx="3622738" cy="2084070"/>
          </a:xfrm>
        </p:grpSpPr>
        <p:sp>
          <p:nvSpPr>
            <p:cNvPr id="20" name="TextBox 20"/>
            <p:cNvSpPr txBox="1"/>
            <p:nvPr/>
          </p:nvSpPr>
          <p:spPr>
            <a:xfrm>
              <a:off x="4459605" y="2140268"/>
              <a:ext cx="27650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When an engine is disrupted,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59605" y="2387918"/>
              <a:ext cx="31495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displaced requests get rerouted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9605" y="2635568"/>
              <a:ext cx="1582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to a live engine.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9605" y="3045142"/>
              <a:ext cx="2853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The live engine pulls KV blocks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59605" y="3292792"/>
              <a:ext cx="3622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from /dev/shm into freshly allocated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59605" y="3540442"/>
              <a:ext cx="11285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GPU blocks.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59605" y="3950018"/>
              <a:ext cx="32431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Resume decoding, no re-prefill.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8001000" y="1476375"/>
            <a:ext cx="3429000" cy="3190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161020" y="1598295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3.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05825" y="1695450"/>
            <a:ext cx="32470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Preemption-aware scheduler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8174355" y="2140268"/>
            <a:ext cx="3119961" cy="2331720"/>
            <a:chOff x="8174355" y="2140268"/>
            <a:chExt cx="3119961" cy="2331720"/>
          </a:xfrm>
        </p:grpSpPr>
        <p:sp>
          <p:nvSpPr>
            <p:cNvPr id="31" name="TextBox 31"/>
            <p:cNvSpPr txBox="1"/>
            <p:nvPr/>
          </p:nvSpPr>
          <p:spPr>
            <a:xfrm>
              <a:off x="8174355" y="2140268"/>
              <a:ext cx="30509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Each step: check how much SLO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74355" y="2387918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budget each request has left.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74355" y="2635568"/>
              <a:ext cx="26664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Run the tightest one first.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74355" y="3045142"/>
              <a:ext cx="31199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Preempt a running request when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74355" y="3292792"/>
              <a:ext cx="29918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its slack is comfortably bigger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74355" y="3540442"/>
              <a:ext cx="2498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than the top pending one.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74355" y="3950018"/>
              <a:ext cx="29918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After a disruption, reschedule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74355" y="4197668"/>
              <a:ext cx="21932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everyone immediately.</a:t>
              </a:r>
            </a:p>
          </p:txBody>
        </p:sp>
      </p:grpSp>
      <p:sp>
        <p:nvSpPr>
          <p:cNvPr id="40" name="Rectangle 40"/>
          <p:cNvSpPr/>
          <p:nvPr/>
        </p:nvSpPr>
        <p:spPr>
          <a:xfrm>
            <a:off x="571500" y="4953000"/>
            <a:ext cx="11049000" cy="13335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571500" y="4953000"/>
            <a:ext cx="57150" cy="133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36295" y="5136832"/>
            <a:ext cx="13829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Key insight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0105" y="5521642"/>
            <a:ext cx="108094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A normal SLO scheduler can't preempt long-context cheaply — mid-prefill state is too expensive to throw away.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40105" y="5788342"/>
            <a:ext cx="89364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A normal recovery system already keeps that state on host, but the scheduler can't see it.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0105" y="6055042"/>
            <a:ext cx="80979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Share the checkpoint, and preemption becomes free — the work is already done.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0934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p.2 / 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1071589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Evaluation: isolating recovery vs. scheduling contributions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1143000"/>
            <a:ext cx="538162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41045" y="1279208"/>
            <a:ext cx="116790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Baselines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665" y="1582102"/>
            <a:ext cx="37454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Four configurations on the same vLLM substrate.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44855" y="1883092"/>
            <a:ext cx="5870448" cy="1150620"/>
            <a:chOff x="744855" y="1883092"/>
            <a:chExt cx="5870448" cy="1150620"/>
          </a:xfrm>
        </p:grpSpPr>
        <p:sp>
          <p:nvSpPr>
            <p:cNvPr id="8" name="TextBox 8"/>
            <p:cNvSpPr txBox="1"/>
            <p:nvPr/>
          </p:nvSpPr>
          <p:spPr>
            <a:xfrm>
              <a:off x="744855" y="1883092"/>
              <a:ext cx="5870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A. Vanilla + FCFS — no checkpointing. In-flight requests lost.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4855" y="2149792"/>
              <a:ext cx="4381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B. Reprefill + FCFS — reroute, re-run prefill.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2416492"/>
              <a:ext cx="5200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C. Checkpoint + FCFS — KV restore, vanilla scheduling.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2759392"/>
              <a:ext cx="35640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D. Checkpoint + SLO-aware — ours.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48665" y="3106102"/>
            <a:ext cx="5516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 vs D shows the value of scheduling. D vs B shows the value of recovery.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38875" y="1143000"/>
            <a:ext cx="538162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08420" y="1279208"/>
            <a:ext cx="2977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Workloads &amp; disruptions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412230" y="1664018"/>
            <a:ext cx="7238790" cy="1684020"/>
            <a:chOff x="6412230" y="1664018"/>
            <a:chExt cx="7238790" cy="1684020"/>
          </a:xfrm>
        </p:grpSpPr>
        <p:sp>
          <p:nvSpPr>
            <p:cNvPr id="16" name="TextBox 16"/>
            <p:cNvSpPr txBox="1"/>
            <p:nvPr/>
          </p:nvSpPr>
          <p:spPr>
            <a:xfrm>
              <a:off x="6412230" y="1664018"/>
              <a:ext cx="33072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ShareGPT — short-context chat.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0" y="1930718"/>
              <a:ext cx="44804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LongBench — NarrativeQA, QMSum, MuSiQue.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2230" y="2197418"/>
              <a:ext cx="3967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Azure LLM trace — production arrivals.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0" y="2464118"/>
              <a:ext cx="39086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Poisson arrivals, three random seeds.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2230" y="2807018"/>
              <a:ext cx="72387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• Inject engine failures during 700 s runs (with no-disruption control).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2230" y="3073718"/>
              <a:ext cx="68267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May extend to other disruptions: SLO preemption, agent-tool pauses.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571500" y="3619500"/>
            <a:ext cx="538162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41045" y="3755708"/>
            <a:ext cx="10034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Metrics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4855" y="4169092"/>
            <a:ext cx="56653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Primary: goodput — SLO-met output tokens per second.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44855" y="4588192"/>
            <a:ext cx="2981944" cy="1074420"/>
            <a:chOff x="744855" y="4588192"/>
            <a:chExt cx="2981944" cy="1074420"/>
          </a:xfrm>
        </p:grpSpPr>
        <p:sp>
          <p:nvSpPr>
            <p:cNvPr id="26" name="TextBox 26"/>
            <p:cNvSpPr txBox="1"/>
            <p:nvPr/>
          </p:nvSpPr>
          <p:spPr>
            <a:xfrm>
              <a:off x="744855" y="4588192"/>
              <a:ext cx="11187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Secondary: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4855" y="4854892"/>
              <a:ext cx="24890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Recovery success rate.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4855" y="5121592"/>
              <a:ext cx="29819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TTFT and TPOT distributions.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4855" y="5388292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GPU utilization.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6238875" y="3619500"/>
            <a:ext cx="5381625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238875" y="3619500"/>
            <a:ext cx="57150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503670" y="3755708"/>
            <a:ext cx="13703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Hypothesis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507480" y="4140518"/>
            <a:ext cx="4733777" cy="1722120"/>
            <a:chOff x="6507480" y="4140518"/>
            <a:chExt cx="4733777" cy="1722120"/>
          </a:xfrm>
        </p:grpSpPr>
        <p:sp>
          <p:nvSpPr>
            <p:cNvPr id="34" name="TextBox 34"/>
            <p:cNvSpPr txBox="1"/>
            <p:nvPr/>
          </p:nvSpPr>
          <p:spPr>
            <a:xfrm>
              <a:off x="6507480" y="4140518"/>
              <a:ext cx="25910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Under tight SLO regimes: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7480" y="4407218"/>
              <a:ext cx="45790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C beats B mechanically, but the win is hidden by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7480" y="4654868"/>
              <a:ext cx="32185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queueing on the surviving engine.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07480" y="4997768"/>
              <a:ext cx="4460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D keeps the win, by letting recovery requests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07480" y="5245418"/>
              <a:ext cx="26171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preempt non-urgent work.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7480" y="5588318"/>
              <a:ext cx="47337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Loose SLO: all three configurations converge.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571500" y="6191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8165" y="6344602"/>
            <a:ext cx="87294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Resources: 2+ GPUs (data-parallel) · Llama-3.1-8B-Instruct · ~50 GPU-hours main sweep + 20 GPU-hours sensitivity.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0934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p.3 / 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