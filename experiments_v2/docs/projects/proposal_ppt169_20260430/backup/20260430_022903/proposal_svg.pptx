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svg" ContentType="image/svg+xml"/>
  <Default Extension="png" ContentType="image/png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  <Relationship Id="rId3" Type="http://schemas.openxmlformats.org/officeDocument/2006/relationships/image" Target="../media/image1.svg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.png"/>
  <Relationship Id="rId3" Type="http://schemas.openxmlformats.org/officeDocument/2006/relationships/image" Target="../media/image2.svg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3.png"/>
  <Relationship Id="rId3" Type="http://schemas.openxmlformats.org/officeDocument/2006/relationships/image" Target="../media/image3.sv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